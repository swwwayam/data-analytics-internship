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WORK BREAKDOWN STRUCTURE – IP-11654 Live Project Deliverables – 'Data Analytics'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7448" y="1051560"/>
            <a:ext cx="2743200" cy="8229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2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Data Analytics</a:t>
            </a:r>
          </a:p>
          <a:p>
            <a:pPr algn="ctr"/>
            <a:r>
              <a:rPr sz="1100" b="1">
                <a:solidFill>
                  <a:srgbClr val="222222"/>
                </a:solidFill>
                <a:latin typeface="Calibri"/>
              </a:rPr>
              <a:t>Swayam Ballal | IP-11654 | Cloud Counselage GPI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2148840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INITIATION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2148840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148840"/>
            <a:ext cx="66751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EXECUTION &amp;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2148840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222222"/>
                </a:solidFill>
                <a:latin typeface="Calibri"/>
              </a:rPr>
              <a:t>CLOSURE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960120" y="1874520"/>
            <a:ext cx="5138928" cy="274320"/>
          </a:xfrm>
          <a:prstGeom prst="line">
            <a:avLst/>
          </a:prstGeom>
          <a:ln w="15875">
            <a:solidFill>
              <a:srgbClr val="1F2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651760" y="1874520"/>
            <a:ext cx="3447288" cy="274320"/>
          </a:xfrm>
          <a:prstGeom prst="line">
            <a:avLst/>
          </a:prstGeom>
          <a:ln w="15875">
            <a:solidFill>
              <a:srgbClr val="1F2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9048" y="1874520"/>
            <a:ext cx="850392" cy="274320"/>
          </a:xfrm>
          <a:prstGeom prst="line">
            <a:avLst/>
          </a:prstGeom>
          <a:ln w="15875">
            <a:solidFill>
              <a:srgbClr val="1F2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9048" y="1874520"/>
            <a:ext cx="5148072" cy="274320"/>
          </a:xfrm>
          <a:prstGeom prst="line">
            <a:avLst/>
          </a:prstGeom>
          <a:ln w="15875">
            <a:solidFill>
              <a:srgbClr val="1F2D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8600" y="2880360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Project Charter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3566160"/>
            <a:ext cx="14630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REQ Questionnaire,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SRS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2651760"/>
            <a:ext cx="0" cy="22860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" y="3383280"/>
            <a:ext cx="0" cy="18288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20240" y="2880360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WBS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520439"/>
            <a:ext cx="1463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Project Schedule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160520"/>
            <a:ext cx="14630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RAID Log,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Lessons Learnt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651760"/>
            <a:ext cx="0" cy="22860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3383280"/>
            <a:ext cx="0" cy="137159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4023359"/>
            <a:ext cx="0" cy="137161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15600" y="2880360"/>
            <a:ext cx="1463040" cy="594360"/>
          </a:xfrm>
          <a:prstGeom prst="roundRect">
            <a:avLst/>
          </a:prstGeom>
          <a:solidFill>
            <a:srgbClr val="FCE4C4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Lessons Learnt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Log (Final)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247120" y="2651760"/>
            <a:ext cx="0" cy="22860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03320" y="2880360"/>
            <a:ext cx="1554480" cy="5943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Data Loading &amp;</a:t>
            </a:r>
          </a:p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Cleaning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9240" y="2880360"/>
            <a:ext cx="1554480" cy="5943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EDA – Basic</a:t>
            </a:r>
          </a:p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Q1–Q9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2880360"/>
            <a:ext cx="1554480" cy="5943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EDA – Moderate</a:t>
            </a:r>
          </a:p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Q10–Q17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880360"/>
            <a:ext cx="1554480" cy="5943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Visualisation &amp;</a:t>
            </a:r>
          </a:p>
          <a:p>
            <a:pPr algn="ctr"/>
            <a:r>
              <a:rPr sz="900" b="1">
                <a:solidFill>
                  <a:srgbClr val="222222"/>
                </a:solidFill>
                <a:latin typeface="Calibri"/>
              </a:rPr>
              <a:t>Dashboard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480560" y="2651760"/>
            <a:ext cx="2468880" cy="22860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126480" y="2651760"/>
            <a:ext cx="822960" cy="22860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49440" y="2651760"/>
            <a:ext cx="822960" cy="22860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49440" y="2651760"/>
            <a:ext cx="2468880" cy="228600"/>
          </a:xfrm>
          <a:prstGeom prst="line">
            <a:avLst/>
          </a:prstGeom>
          <a:ln w="15875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703320" y="3657600"/>
            <a:ext cx="1554480" cy="594360"/>
          </a:xfrm>
          <a:prstGeom prst="roundRect">
            <a:avLst/>
          </a:prstGeom>
          <a:solidFill>
            <a:srgbClr val="D9E8F7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Data Profiling &amp;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Null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49240" y="3657600"/>
            <a:ext cx="1554480" cy="502920"/>
          </a:xfrm>
          <a:prstGeom prst="roundRect">
            <a:avLst/>
          </a:prstGeom>
          <a:solidFill>
            <a:srgbClr val="D9E8F7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EDA Notebook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(.ipynb)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3657600"/>
            <a:ext cx="1554480" cy="594360"/>
          </a:xfrm>
          <a:prstGeom prst="roundRect">
            <a:avLst/>
          </a:prstGeom>
          <a:solidFill>
            <a:srgbClr val="D9E8F7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Q10–Q17 Charts &amp;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Conclusions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3657600"/>
            <a:ext cx="1554480" cy="594360"/>
          </a:xfrm>
          <a:prstGeom prst="roundRect">
            <a:avLst/>
          </a:prstGeom>
          <a:solidFill>
            <a:srgbClr val="D9E8F7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Python Analytics</a:t>
            </a:r>
          </a:p>
          <a:p>
            <a:pPr algn="ctr"/>
            <a:r>
              <a:rPr sz="900" b="0">
                <a:solidFill>
                  <a:srgbClr val="222222"/>
                </a:solidFill>
                <a:latin typeface="Calibri"/>
              </a:rPr>
              <a:t>Dashboard (matplotlib)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480560" y="3474720"/>
            <a:ext cx="0" cy="18288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26480" y="3474720"/>
            <a:ext cx="0" cy="18288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3474720"/>
            <a:ext cx="0" cy="18288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418320" y="3474720"/>
            <a:ext cx="0" cy="18288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703320" y="4434840"/>
            <a:ext cx="1554480" cy="640080"/>
          </a:xfrm>
          <a:prstGeom prst="roundRect">
            <a:avLst/>
          </a:prstGeom>
          <a:solidFill>
            <a:srgbClr val="D9E8F7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00" b="0">
                <a:solidFill>
                  <a:srgbClr val="222222"/>
                </a:solidFill>
                <a:latin typeface="Calibri"/>
              </a:rPr>
              <a:t>• Final Project Report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Calibri"/>
              </a:rPr>
              <a:t>• IAC Platform Submission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95160" y="4434840"/>
            <a:ext cx="1554480" cy="960120"/>
          </a:xfrm>
          <a:prstGeom prst="roundRect">
            <a:avLst/>
          </a:prstGeom>
          <a:solidFill>
            <a:srgbClr val="D9E8F7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00" b="0">
                <a:solidFill>
                  <a:srgbClr val="222222"/>
                </a:solidFill>
                <a:latin typeface="Calibri"/>
              </a:rPr>
              <a:t>• Summary Table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Calibri"/>
              </a:rPr>
              <a:t>• Key Findings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Calibri"/>
              </a:rPr>
              <a:t>• Recommendations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Calibri"/>
              </a:rPr>
              <a:t>• Future Scope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480560" y="4251960"/>
            <a:ext cx="0" cy="18288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72400" y="4251960"/>
            <a:ext cx="0" cy="18288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 descr="c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